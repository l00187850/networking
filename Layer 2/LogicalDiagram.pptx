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C651E-A895-4814-8F54-19C152CC8411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E6D3E-DCDC-402C-8AE5-F34DFA5611B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727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E6D3E-DCDC-402C-8AE5-F34DFA5611BD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424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78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09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8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55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81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62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552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882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79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50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03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41C6B-C705-4C65-850D-4774FC1EB8B6}" type="datetimeFigureOut">
              <a:rPr lang="en-IE" smtClean="0"/>
              <a:t>15/02/2025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663AF6C-CD4D-464D-ADF4-701B3206F863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38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D44A-D068-D9D8-DD79-57FEC71B8F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L00187850 – Philip Stewart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BA213-99F9-74BB-054A-C85E0AC846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Final Logical Diagrams of Building and Site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788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company">
            <a:extLst>
              <a:ext uri="{FF2B5EF4-FFF2-40B4-BE49-F238E27FC236}">
                <a16:creationId xmlns:a16="http://schemas.microsoft.com/office/drawing/2014/main" id="{06E268C5-4E95-A459-6CEB-BAD5D4A36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600" cy="6858000"/>
          </a:xfrm>
        </p:spPr>
      </p:pic>
    </p:spTree>
    <p:extLst>
      <p:ext uri="{BB962C8B-B14F-4D97-AF65-F5344CB8AC3E}">
        <p14:creationId xmlns:p14="http://schemas.microsoft.com/office/powerpoint/2010/main" val="265876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68A8A6A-DB3C-D83B-AD6F-085DF92BD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4259" cy="6857999"/>
          </a:xfrm>
        </p:spPr>
      </p:pic>
    </p:spTree>
    <p:extLst>
      <p:ext uri="{BB962C8B-B14F-4D97-AF65-F5344CB8AC3E}">
        <p14:creationId xmlns:p14="http://schemas.microsoft.com/office/powerpoint/2010/main" val="1746722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12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Gill Sans MT</vt:lpstr>
      <vt:lpstr>Gallery</vt:lpstr>
      <vt:lpstr>L00187850 – Philip Stewart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Stewart - STUDENT</dc:creator>
  <cp:lastModifiedBy>Philip Stewart - STUDENT</cp:lastModifiedBy>
  <cp:revision>1</cp:revision>
  <dcterms:created xsi:type="dcterms:W3CDTF">2025-02-15T21:27:28Z</dcterms:created>
  <dcterms:modified xsi:type="dcterms:W3CDTF">2025-02-15T21:32:17Z</dcterms:modified>
</cp:coreProperties>
</file>